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6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state your name, role, and that this is your hackathon project. 30 seconds 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1: Emphasize that this is not a once-a-year problem. CPT, CMS, payer contracts all change on different schedules. The bottleneck is the manual handoff between analyst and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1-2: This slide is your governance argument. You chose NOT to automate the final decision. That's intentional design,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2-3: Walk the pipeline step by step. Then switch to VS Code / terminal. Run the demo. Let the output speak. Point to the ambiguity warning box specifically — that's your governance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3-4: Connect your design decisions back to real risk. The human-in-the-loop wasn't laziness — it was the right governance call. Close by naming the pilot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4: Land on this slide. Read the three lines slowly. Say 'Thank you' and stop recording.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3657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FFFFFF">
                    <a:alpha val="10000"/>
                  </a:srgbClr>
                </a:solidFill>
              </a:rPr>
              <a:t>Δ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DeltaCodes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Policy Change Detection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Healthcare Policy Management</a:t>
            </a:r>
          </a:p>
          <a:p>
            <a:pPr marL="0" indent="0">
              <a:buNone/>
            </a:pPr>
            <a:endParaRPr lang="en-US" dirty="0">
              <a:solidFill>
                <a:srgbClr val="CCFBF1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cs typeface="Calibri" pitchFamily="34" charset="-120"/>
              </a:rPr>
              <a:t>Jaehoon Rhie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Presentation  ·  2026 June 28th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changes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 alone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new codes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deletions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revisions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155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86200" y="10332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CPT, CMS, and payer contracts all change on overlapping schedules — not one annual refresh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46120" y="1837944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99339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911096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cause wrong payments, compliance failures, and claim denials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246120" y="2715768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87121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86200" y="2788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read two PDFs side-by-side to find what changed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246120" y="3593592"/>
            <a:ext cx="5577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7490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86200" y="36667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then get hand-written to engineers — slow and hard to scale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Humans Still Exist in the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118872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12527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changes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data swaps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Requires interpretation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206240" y="118872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25272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Sources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straightforward process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00584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086600" y="118872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125272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965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can't make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calls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held responsible and must approve before automating it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DeltaCodes —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Intake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policy versions uploaded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47088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93392" y="105156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39112" y="1143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39112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66160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12464" y="105156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58184" y="1143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58184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classifies changes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85232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31536" y="105156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77256" y="1143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77256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human summary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04304" y="169164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0608" y="105156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96328" y="1143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96328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approves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change gets: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136392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8680" y="3063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450592" y="29718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3136392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044952" y="3063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626864" y="29718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136392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221224" y="3063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Rating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6803136" y="29718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136392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97496" y="30632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Flag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Strategic Option for Cotiviti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7335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4356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Hallucination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8013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routing low confidence changes to mandatory human review.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54880" y="1348777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856" y="148285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486400" y="1435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plugs directly into downstream automation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754880" y="2297430"/>
            <a:ext cx="41148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856" y="2471166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0" y="237058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metric: reduction in analyst review time per document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457200"/>
            <a:ext cx="9144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0" b="1" dirty="0">
                <a:solidFill>
                  <a:srgbClr val="0D9488">
                    <a:alpha val="8000"/>
                  </a:srgbClr>
                </a:solidFill>
              </a:rPr>
              <a:t>Δ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1371600" y="1280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complexity is increasing.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better human &amp; AI collaboration for efficiency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399</Words>
  <Application>Microsoft Macintosh PowerPoint</Application>
  <PresentationFormat>On-screen Show (16:9)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DeltaCodes</dc:title>
  <dc:subject>PptxGenJS Presentation</dc:subject>
  <dc:creator>Intern</dc:creator>
  <cp:lastModifiedBy>Jaehoon Rhie</cp:lastModifiedBy>
  <cp:revision>2</cp:revision>
  <dcterms:created xsi:type="dcterms:W3CDTF">2026-06-28T13:31:42Z</dcterms:created>
  <dcterms:modified xsi:type="dcterms:W3CDTF">2026-06-28T17:23:00Z</dcterms:modified>
</cp:coreProperties>
</file>